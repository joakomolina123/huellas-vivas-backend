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2" r:id="rId5"/>
    <p:sldId id="261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03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63093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🐾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Huellas Vivas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backend y la base de datos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ICI324 Bases de Datos y Programación Web · Presentación Etapa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Torrijo · Joaquín Molina · Ignacio Jorquera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problema a la solución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lo que planteamos en el informe es lo que se implementó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Adopciones desordenadas: datos repartidos en chats y Excel, postulaciones perdidas y sin saber si un animal sigue disponible.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365760" cy="36576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35204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0574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único: catálogo público de mascotas y panel del refugio para gestionar solicitudes.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400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0574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Node.js + Express y MySQL: catálogo filtrable, solicitudes sin duplicados y aprobación transaccional.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de adopción ordenado, claro y rápido, con un solo sistema siempre actualizado.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del backend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ordenadas por responsabilidad (patrón MVC)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huellas-vivas-backend/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servidor.js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bd.js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rutas/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mascotas.js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usuarios.js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solicitudes.js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controladores/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mascotas.js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usuarios.js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solicitudes.js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sql/Huellas_vivas.sql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1325880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461772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servidor.js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Express, CORS, Swagger y monta las rutas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167128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617720" y="21671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rutas/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671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cada endpoint y su documentación Swagger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3008376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4617720" y="300837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controladores/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00837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y consultas SQL de cada caso de uso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849624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617720" y="38496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config/bd.js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84962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única a MySQL, reutilizada por los controladores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6950931" y="1517332"/>
            <a:ext cx="1852218" cy="2134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consultas y dónde se ejecutan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950931" y="3814762"/>
            <a:ext cx="1834848" cy="883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75480" y="-620425"/>
            <a:ext cx="1286609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498231"/>
            <a:ext cx="6061974" cy="420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36AD77-2FF2-5AE9-9BE5-0402C46E4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64" y="198120"/>
            <a:ext cx="6061974" cy="45003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62835" y="2544073"/>
            <a:ext cx="1289304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479160" y="342900"/>
            <a:ext cx="8182230" cy="1026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>
                <a:latin typeface="+mj-lt"/>
                <a:ea typeface="+mj-ea"/>
                <a:cs typeface="+mj-cs"/>
              </a:rPr>
              <a:t>Modelo relacional y entidad relacional</a:t>
            </a:r>
            <a:endParaRPr lang="en-US" sz="3900">
              <a:latin typeface="+mj-lt"/>
              <a:ea typeface="+mj-ea"/>
              <a:cs typeface="+mj-cs"/>
            </a:endParaRP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388012"/>
            <a:ext cx="2468880" cy="13716"/>
          </a:xfrm>
          <a:custGeom>
            <a:avLst/>
            <a:gdLst>
              <a:gd name="csX0" fmla="*/ 0 w 2468880"/>
              <a:gd name="csY0" fmla="*/ 0 h 13716"/>
              <a:gd name="csX1" fmla="*/ 592531 w 2468880"/>
              <a:gd name="csY1" fmla="*/ 0 h 13716"/>
              <a:gd name="csX2" fmla="*/ 1160374 w 2468880"/>
              <a:gd name="csY2" fmla="*/ 0 h 13716"/>
              <a:gd name="csX3" fmla="*/ 1728216 w 2468880"/>
              <a:gd name="csY3" fmla="*/ 0 h 13716"/>
              <a:gd name="csX4" fmla="*/ 2468880 w 2468880"/>
              <a:gd name="csY4" fmla="*/ 0 h 13716"/>
              <a:gd name="csX5" fmla="*/ 2468880 w 2468880"/>
              <a:gd name="csY5" fmla="*/ 13716 h 13716"/>
              <a:gd name="csX6" fmla="*/ 1802282 w 2468880"/>
              <a:gd name="csY6" fmla="*/ 13716 h 13716"/>
              <a:gd name="csX7" fmla="*/ 1209751 w 2468880"/>
              <a:gd name="csY7" fmla="*/ 13716 h 13716"/>
              <a:gd name="csX8" fmla="*/ 641909 w 2468880"/>
              <a:gd name="csY8" fmla="*/ 13716 h 13716"/>
              <a:gd name="csX9" fmla="*/ 0 w 2468880"/>
              <a:gd name="csY9" fmla="*/ 13716 h 13716"/>
              <a:gd name="csX10" fmla="*/ 0 w 2468880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3716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530" y="5728"/>
                  <a:pt x="2468490" y="7624"/>
                  <a:pt x="2468880" y="13716"/>
                </a:cubicBezTo>
                <a:cubicBezTo>
                  <a:pt x="2229297" y="-19231"/>
                  <a:pt x="2066775" y="25681"/>
                  <a:pt x="1802282" y="13716"/>
                </a:cubicBezTo>
                <a:cubicBezTo>
                  <a:pt x="1537789" y="1751"/>
                  <a:pt x="1379930" y="17694"/>
                  <a:pt x="1209751" y="13716"/>
                </a:cubicBezTo>
                <a:cubicBezTo>
                  <a:pt x="1039572" y="9738"/>
                  <a:pt x="837025" y="8278"/>
                  <a:pt x="641909" y="13716"/>
                </a:cubicBezTo>
                <a:cubicBezTo>
                  <a:pt x="446793" y="19154"/>
                  <a:pt x="170561" y="13900"/>
                  <a:pt x="0" y="13716"/>
                </a:cubicBezTo>
                <a:cubicBezTo>
                  <a:pt x="-302" y="10335"/>
                  <a:pt x="417" y="4724"/>
                  <a:pt x="0" y="0"/>
                </a:cubicBezTo>
                <a:close/>
              </a:path>
              <a:path w="2468880" h="13716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9409" y="5071"/>
                  <a:pt x="2469155" y="7437"/>
                  <a:pt x="2468880" y="13716"/>
                </a:cubicBezTo>
                <a:cubicBezTo>
                  <a:pt x="2271330" y="32027"/>
                  <a:pt x="2001027" y="26982"/>
                  <a:pt x="1876349" y="13716"/>
                </a:cubicBezTo>
                <a:cubicBezTo>
                  <a:pt x="1751671" y="450"/>
                  <a:pt x="1364652" y="10491"/>
                  <a:pt x="1209751" y="13716"/>
                </a:cubicBezTo>
                <a:cubicBezTo>
                  <a:pt x="1054850" y="16941"/>
                  <a:pt x="748438" y="15502"/>
                  <a:pt x="617220" y="13716"/>
                </a:cubicBezTo>
                <a:cubicBezTo>
                  <a:pt x="486002" y="11930"/>
                  <a:pt x="237432" y="22628"/>
                  <a:pt x="0" y="13716"/>
                </a:cubicBezTo>
                <a:cubicBezTo>
                  <a:pt x="198" y="8947"/>
                  <a:pt x="304" y="52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838C862C-523C-983D-326D-B5243004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2076151"/>
            <a:ext cx="4210812" cy="251596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54E32AA0-490E-C57E-BE66-13904C1C1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524000"/>
            <a:ext cx="4210812" cy="2936523"/>
          </a:xfrm>
          <a:prstGeom prst="rect">
            <a:avLst/>
          </a:prstGeom>
        </p:spPr>
      </p:pic>
      <p:sp>
        <p:nvSpPr>
          <p:cNvPr id="34" name="Text 32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a la base de datos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config/bd.js:  MySQL con credenciales en variables de entorno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97680" cy="2011680"/>
          </a:xfrm>
          <a:prstGeom prst="roundRect">
            <a:avLst>
              <a:gd name="adj" fmla="val 2727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66928" y="1399032"/>
            <a:ext cx="40782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mysql.createPool({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process.env.DB_HOST,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process.env.DB_USER,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process.env.DB_PASSWORD,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process.env.DB_NAME,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connectionLimit: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pool;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12464"/>
            <a:ext cx="4297680" cy="960120"/>
          </a:xfrm>
          <a:prstGeom prst="roundRect">
            <a:avLst>
              <a:gd name="adj" fmla="val 5714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66928" y="3785616"/>
            <a:ext cx="40782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DB_HOST=localhost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DB_USER=root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DB_PASSWORD=••••••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DB_NAME=huellas_vivas</a:t>
            </a:r>
            <a:endParaRPr lang="en-US" sz="10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C7105DA-B532-7080-8FF7-7ED8FEFB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23998"/>
            <a:ext cx="3672840" cy="171796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B0B1DFE-EB7B-2A86-477A-004C34D12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1948642"/>
            <a:ext cx="2945892" cy="27778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997F2AB-A5CF-7967-0804-FB68CA459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137" y="1948642"/>
            <a:ext cx="1873863" cy="1104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uso: Consulta del catálogo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filtros base (estado y ciudad) y filtros opcionales sobre MASCOTA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/api/mascotas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(query)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566928" y="2066544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 = Valparaíso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especie = Perro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tamano = Mediano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92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 ejecuta el controlador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4297680" cy="1408176"/>
          </a:xfrm>
          <a:prstGeom prst="roundRect">
            <a:avLst>
              <a:gd name="adj" fmla="val 3896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66928" y="3328416"/>
            <a:ext cx="4078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MASCOTA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estado = 'Disponible'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ciudad = ? AND especie =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tamano = ? [AND sexo = ?]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[AND esterilizado = ?]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fecha_ingreso DESC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3258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36414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5029200" y="1325880"/>
            <a:ext cx="3657600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</a:t>
            </a:r>
            <a:r>
              <a:rPr lang="en-US" sz="1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filtros: catálogo completo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(pega aquí la captura de Swagger)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0" y="306324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36414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502920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</a:t>
            </a:r>
            <a:r>
              <a:rPr lang="en-US" sz="1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filtros: ciudad y especie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(pega aquí la captura de Swagger)</a:t>
            </a:r>
            <a:endParaRPr lang="en-US" sz="20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B89F1FB-FF0B-07A5-1C71-DF799EF1D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63240"/>
            <a:ext cx="4072128" cy="208026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E415733-7A65-74C9-3DBD-E285B3ADD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828" y="1143000"/>
            <a:ext cx="4092295" cy="18494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Mantenedor de mascotas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una mascota nueva y verla en el catálogo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/api/mascotas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(JSON)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566928" y="2066544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"nombre": "Tobias", "especie": "Perro",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"sexo": "Macho", "edad_aprox": 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"tamano": "Mediano", "ciudad": "Valparaíso",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"esterilizado": 1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92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 ejecuta el controlador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4297680" cy="1408176"/>
          </a:xfrm>
          <a:prstGeom prst="roundRect">
            <a:avLst>
              <a:gd name="adj" fmla="val 3896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66928" y="3328416"/>
            <a:ext cx="4078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MASCOTA (nombre, especie,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raza, sexo, edad_aprox, tamano, ciudad,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esterilizado, foto_url, descripcion)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(?, ?, ?, ?, ?, ?, ?, ?, ?, ?)</a:t>
            </a:r>
            <a:endParaRPr lang="en-US" sz="9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30F1729-DDF5-5285-AAA2-121D9ED5D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017" y="146189"/>
            <a:ext cx="3635055" cy="265199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4B06ED1-FF4C-583D-E1AD-22262B5A9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918" y="2834641"/>
            <a:ext cx="3635055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Mantenedor de usuarios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desactivación de cuenta (borrado lógico)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/api/usuarios/registro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57200" y="1691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/api/usuarios/{id}/estado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03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(JSON)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66928" y="2432304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{ "rut": "11.222.333-4",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"Pedro Pascal", "correo": "pedro@gmail.com",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"contrasena": "123456", "id_rol": 2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{ "activo": 0 }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649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 ejecuta el controlador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4297680" cy="1042416"/>
          </a:xfrm>
          <a:prstGeom prst="roundRect">
            <a:avLst>
              <a:gd name="adj" fmla="val 5263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566928" y="3694176"/>
            <a:ext cx="40782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USUARIO (rut, nombre, correo,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contrasena, telefono, id_rol)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(?, ?, ?, ?, ?, ?)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USUARIO SET activo = 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id_usuario = ?</a:t>
            </a:r>
            <a:endParaRPr lang="en-US" sz="9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9A14A17-9866-419C-F2CD-8BF311E4A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885" y="802973"/>
            <a:ext cx="3330229" cy="201947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23328116-6A12-86C7-E829-1E5D40FD8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173" y="3195030"/>
            <a:ext cx="3101609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Transacción: solicitar adopción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USUARIO, MASCOTA y SOLICITUD_ADOPCION y evita duplicados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/api/solicitudes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(JSON)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566928" y="2066544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"id_usuario": 2, "id_mascota": 1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92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 ejecuta el controlador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4297680" cy="1408176"/>
          </a:xfrm>
          <a:prstGeom prst="roundRect">
            <a:avLst>
              <a:gd name="adj" fmla="val 3896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66928" y="3328416"/>
            <a:ext cx="4078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SOLICITUD_ADOPCION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id_usuario = ? AND id_mascota = 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estado_solicitud = 'Pendiente'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 existe: responde 400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SOLICITUD_ADOPCION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(id_usuario, id_mascota) VALUES (?, ?)</a:t>
            </a:r>
            <a:endParaRPr lang="en-US" sz="9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007CC9E-43A0-4916-14B8-42901FD2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797" y="1539128"/>
            <a:ext cx="2362405" cy="129551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45C6BBA-A48E-4C1B-C4A1-4CCFD2B25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415285"/>
            <a:ext cx="4208031" cy="7392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Transacción: aprobar adopción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nada: si algo falla se hace ROLLBACK y no queda nada a medias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685800" cy="292608"/>
          </a:xfrm>
          <a:prstGeom prst="roundRect">
            <a:avLst>
              <a:gd name="adj" fmla="val 15625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/api/solicitudes/aprobar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(JSON)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566928" y="2066544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"id_solicitud": 1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92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 ejecuta el controlador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4297680" cy="1408176"/>
          </a:xfrm>
          <a:prstGeom prst="roundRect">
            <a:avLst>
              <a:gd name="adj" fmla="val 3896"/>
            </a:avLst>
          </a:prstGeom>
          <a:solidFill>
            <a:srgbClr val="0F3D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566928" y="3328416"/>
            <a:ext cx="4078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SOLICITUD_ADOPCION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estado_solicitud = 'Aprobada'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MASCOTA SET estado = 'Adoptada'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SOLICITUD_ADOPCION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estado_solicitud = 'Rechazada' (otras)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 /  ROLLBACK si falla</a:t>
            </a:r>
            <a:endParaRPr lang="en-US" sz="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674B24F-1626-1372-F251-BADA7A2F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33465"/>
            <a:ext cx="4297680" cy="80779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BC69ED3-83CD-2DE8-2A94-569923801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344" y="2834640"/>
            <a:ext cx="4054191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quedó funcionando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 4 tablas, claves foráneas y datos de prueba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configurado con .env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separado en rutas y controladores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consultas probadas desde Swagger, incluida una transacción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964</Words>
  <Application>Microsoft Office PowerPoint</Application>
  <PresentationFormat>Presentación en pantalla (16:9)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Huellas Vivas - Presentación Etapa 1</dc:title>
  <dc:subject>PptxGenJS Presentation</dc:subject>
  <dc:creator>PptxGenJS</dc:creator>
  <cp:lastModifiedBy>joaquin molina</cp:lastModifiedBy>
  <cp:revision>3</cp:revision>
  <dcterms:created xsi:type="dcterms:W3CDTF">2026-09-29T05:23:18Z</dcterms:created>
  <dcterms:modified xsi:type="dcterms:W3CDTF">2026-09-29T07:43:10Z</dcterms:modified>
</cp:coreProperties>
</file>